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1887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B9FF"/>
                </a:solidFill>
              </a:defRPr>
            </a:pPr>
            <a:r>
              <a:t>Celebrity Face Recognition</a:t>
            </a:r>
            <a:br/>
            <a:r>
              <a:t>Feature Extraction &amp;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1887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Group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1887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rPr lang="en-US" dirty="0"/>
              <a:t>Members: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/>
              <a:t>- </a:t>
            </a:r>
            <a:r>
              <a:rPr lang="en-US" dirty="0" err="1"/>
              <a:t>Tusiime</a:t>
            </a:r>
            <a:r>
              <a:rPr lang="en-US" dirty="0"/>
              <a:t> </a:t>
            </a:r>
            <a:r>
              <a:rPr lang="en-US" dirty="0" err="1"/>
              <a:t>Jeninah</a:t>
            </a:r>
            <a:endParaRPr lang="en-US" dirty="0"/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/>
              <a:t>- </a:t>
            </a:r>
            <a:r>
              <a:rPr lang="en-US" dirty="0" err="1"/>
              <a:t>Kijjibo</a:t>
            </a:r>
            <a:r>
              <a:rPr lang="en-US" dirty="0"/>
              <a:t> Adrian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/>
              <a:t>- </a:t>
            </a:r>
            <a:r>
              <a:rPr lang="en-US" dirty="0" err="1"/>
              <a:t>Obong</a:t>
            </a:r>
            <a:r>
              <a:rPr lang="en-US" dirty="0"/>
              <a:t> Joseph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/>
              <a:t>- </a:t>
            </a:r>
            <a:r>
              <a:rPr lang="en-US" dirty="0" err="1"/>
              <a:t>Muhereza</a:t>
            </a:r>
            <a:r>
              <a:rPr lang="en-US" dirty="0"/>
              <a:t> Emmanuel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/>
              <a:t>- Asiimwe Horace</a:t>
            </a:r>
          </a:p>
          <a:p>
            <a:pPr>
              <a:defRPr sz="1400">
                <a:solidFill>
                  <a:srgbClr val="DCDCDC"/>
                </a:solidFill>
              </a:defRPr>
            </a:pPr>
            <a:r>
              <a:rPr lang="en-US" dirty="0"/>
              <a:t>- </a:t>
            </a:r>
            <a:r>
              <a:rPr lang="en-US" dirty="0" err="1"/>
              <a:t>Masaaba</a:t>
            </a:r>
            <a:r>
              <a:rPr lang="en-US" dirty="0"/>
              <a:t> Evans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Goal: Build celebrity face recognition system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Dataset: CelebA-like set (faces with attributes)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Compare HOG (classical) vs MobileNetV2 (deep learning)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Face Detection (Classical)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Use OpenCV Haar Cascades to locate face bounding boxes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Crop faces and preprocess (resize, normalize)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Preprocessing improves feature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HOG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HOG = Histogram of Oriented Gradients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Captures local edge directions and textures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Works well for frontal faces but is limited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Limitations of Classical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Sensitive to pose, lighting, and occlusion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Requires manual feature engineering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Lower accuracy and generalization compared to CNNs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Deep 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Use MobileNetV2 pretrained on ImageNet as feature extractor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Extract 1280-dimensional embeddings for each face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Embeddings cluster identities; robust to variation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Classifier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Train a Logistic Regression (or SVM) on embeddings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Embeddings make simple classifiers highly effective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Use 80/20 train-test split and report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HOG-based pipeline: ~60% accuracy (on subset)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MobileNetV2 embeddings + classifier: ~92% accuracy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Deep features significantly outperform classical HOG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Challenges &amp; Ethical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Dataset bias and generalization across demographics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Privacy and ethical concerns with facial recognition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Need robust detectors and diverse datasets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887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B9FF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CDCDC"/>
                </a:solidFill>
              </a:defRPr>
            </a:pPr>
            <a:r>
              <a:t>• Deep learning provides superior performance for face recognition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Improve by fine-tuning, triplet/arcface losses, better detectors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• Future work: deployment, bias mitigation, and larger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293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BUSINGYE JESSICA</cp:lastModifiedBy>
  <cp:revision>2</cp:revision>
  <dcterms:created xsi:type="dcterms:W3CDTF">2013-01-27T09:14:16Z</dcterms:created>
  <dcterms:modified xsi:type="dcterms:W3CDTF">2025-11-19T15:50:14Z</dcterms:modified>
  <cp:category/>
</cp:coreProperties>
</file>